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Vision Assistant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assistant combining computer vision, gesture control, and voice interaction.</a:t>
            </a:r>
          </a:p>
          <a:p>
            <a:r>
              <a:t>Built using Python and modern AI frameworks.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systems lack natural interaction.</a:t>
            </a:r>
          </a:p>
          <a:p>
            <a:r>
              <a:t>Need for real-time intelligent assistant that understands vision +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objects using YOLO</a:t>
            </a:r>
          </a:p>
          <a:p>
            <a:r>
              <a:t>User selects using hand gestures</a:t>
            </a:r>
          </a:p>
          <a:p>
            <a:r>
              <a:t>Ask questions via voice or text</a:t>
            </a:r>
          </a:p>
          <a:p>
            <a:r>
              <a:t>AI responds with explanation + speech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 - Object Detection</a:t>
            </a:r>
          </a:p>
          <a:p>
            <a:r>
              <a:t>MediaPipe - Hand Tracking</a:t>
            </a:r>
          </a:p>
          <a:p>
            <a:r>
              <a:t>OpenCV - Video Processing</a:t>
            </a:r>
          </a:p>
          <a:p>
            <a:r>
              <a:t>Groq API - Vision AI</a:t>
            </a:r>
          </a:p>
          <a:p>
            <a:r>
              <a:t>PyTorch - GPU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captures video</a:t>
            </a:r>
          </a:p>
          <a:p>
            <a:r>
              <a:t>YOLO detects objects</a:t>
            </a:r>
          </a:p>
          <a:p>
            <a:r>
              <a:t>Gesture selects object</a:t>
            </a:r>
          </a:p>
          <a:p>
            <a:r>
              <a:t>Image sent to AI</a:t>
            </a:r>
          </a:p>
          <a:p>
            <a:r>
              <a:t>AI processes and responds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Finger - Move pointer</a:t>
            </a:r>
          </a:p>
          <a:p>
            <a:r>
              <a:t>2 Fingers - Select object</a:t>
            </a:r>
          </a:p>
          <a:p>
            <a:r>
              <a:t>5 Fingers - Reset selection</a:t>
            </a:r>
          </a:p>
          <a:p>
            <a:r>
              <a:t>Q - Ask question</a:t>
            </a:r>
          </a:p>
          <a:p>
            <a:r>
              <a:t>V - Auto question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</a:t>
            </a:r>
          </a:p>
          <a:p>
            <a:r>
              <a:t>Gesture-based UI</a:t>
            </a:r>
          </a:p>
          <a:p>
            <a:r>
              <a:t>Voice + text interaction</a:t>
            </a:r>
          </a:p>
          <a:p>
            <a:r>
              <a:t>AI explanation</a:t>
            </a:r>
          </a:p>
          <a:p>
            <a:r>
              <a:t>Live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Webcam</a:t>
            </a:r>
          </a:p>
          <a:p>
            <a:r>
              <a:t>Microphone (optional)</a:t>
            </a:r>
          </a:p>
          <a:p>
            <a:r>
              <a:t>GPU recommended</a:t>
            </a:r>
          </a:p>
          <a:p>
            <a:r>
              <a:t>Computer with 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3+</a:t>
            </a:r>
          </a:p>
          <a:p>
            <a:r>
              <a:t>OpenCV</a:t>
            </a:r>
          </a:p>
          <a:p>
            <a:r>
              <a:t>MediaPipe</a:t>
            </a:r>
          </a:p>
          <a:p>
            <a:r>
              <a:t>PyTorch</a:t>
            </a:r>
          </a:p>
          <a:p>
            <a:r>
              <a:t>YOLO</a:t>
            </a:r>
          </a:p>
          <a:p>
            <a:r>
              <a:t>SpeechRecognition</a:t>
            </a:r>
          </a:p>
          <a:p>
            <a:r>
              <a:t>Edge-TTS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 assistant</a:t>
            </a:r>
          </a:p>
          <a:p>
            <a:r>
              <a:t>Smart surveillance</a:t>
            </a:r>
          </a:p>
          <a:p>
            <a:r>
              <a:t>Accessibility</a:t>
            </a:r>
          </a:p>
          <a:p>
            <a:r>
              <a:t>Robotics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Hands-free control</a:t>
            </a:r>
          </a:p>
          <a:p>
            <a:r>
              <a:t>Real-time AI</a:t>
            </a:r>
          </a:p>
          <a:p>
            <a:r>
              <a:t>User friendly</a:t>
            </a:r>
          </a:p>
          <a:p>
            <a:r>
              <a:t>Scalable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Lighting dependent</a:t>
            </a:r>
          </a:p>
          <a:p>
            <a:r>
              <a:t>GPU preferred</a:t>
            </a:r>
          </a:p>
          <a:p>
            <a:r>
              <a:t>Internet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</a:t>
            </a:r>
          </a:p>
          <a:p>
            <a:r>
              <a:t>Offline AI</a:t>
            </a:r>
          </a:p>
          <a:p>
            <a:r>
              <a:t>Multi-object tracking</a:t>
            </a:r>
          </a:p>
          <a:p>
            <a:r>
              <a:t>Better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AI + vision + voice to create an intelligent assistant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